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StellrFlow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the Stellar Ecosystem</a:t>
            </a:r>
          </a:p>
          <a:p>
            <a:r>
              <a:t>Pitch Deck - Level 5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on blockchain is complex and manual.</a:t>
            </a:r>
          </a:p>
          <a:p>
            <a:pPr lvl="1"/>
            <a:r>
              <a:t>Developers spend hours writing repetitive code for transactions.</a:t>
            </a:r>
          </a:p>
          <a:p>
            <a:pPr lvl="1"/>
            <a:r>
              <a:t>Users find it difficult to manage wallets across multiple platforms.</a:t>
            </a:r>
          </a:p>
          <a:p>
            <a:pPr lvl="1"/>
            <a:r>
              <a:t>Onboarding non-crypto natives to Web3 is high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StellrFlow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no-code workflow builder for Stellar.</a:t>
            </a:r>
          </a:p>
          <a:p>
            <a:pPr lvl="1"/>
            <a:r>
              <a:t>Visual workflow editor (drag-and-drop nodes).</a:t>
            </a:r>
          </a:p>
          <a:p>
            <a:pPr lvl="1"/>
            <a:r>
              <a:t>Seamless Telegram Bot integration for executing workflows on-the-go.</a:t>
            </a:r>
          </a:p>
          <a:p>
            <a:pPr lvl="1"/>
            <a:r>
              <a:t>Gasless transactions through fee sponsorship to remove onboarding barriers.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demand for Web3 automation and accessible tools.</a:t>
            </a:r>
          </a:p>
          <a:p>
            <a:pPr lvl="1"/>
            <a:r>
              <a:t>Target Audience: Web3 developers, DAOs, and crypto-curious individuals.</a:t>
            </a:r>
          </a:p>
          <a:p>
            <a:pPr lvl="1"/>
            <a:r>
              <a:t>Ecosystem: The Stellar network is expanding rapidly with Soroban smart contracts.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for scalability and security.</a:t>
            </a:r>
          </a:p>
          <a:p>
            <a:pPr lvl="1"/>
            <a:r>
              <a:t>Frontend: Next.js + React Flow for visual node management.</a:t>
            </a:r>
          </a:p>
          <a:p>
            <a:pPr lvl="1"/>
            <a:r>
              <a:t>Backend/Bot: Express + node-telegram-bot-api + Stellar SDK.</a:t>
            </a:r>
          </a:p>
          <a:p>
            <a:pPr lvl="1"/>
            <a:r>
              <a:t>Smart Contracts: Soroban Rust contracts for workflow execution and auditing.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through community and integrations.</a:t>
            </a:r>
          </a:p>
          <a:p>
            <a:pPr lvl="1"/>
            <a:r>
              <a:t>Phase 1: Hackathons (Rise In, Stellar buildathons) to acquire power users.</a:t>
            </a:r>
          </a:p>
          <a:p>
            <a:pPr lvl="1"/>
            <a:r>
              <a:t>Phase 2: Partnerships with existing Stellar anchors and wallets.</a:t>
            </a:r>
          </a:p>
          <a:p>
            <a:pPr lvl="1"/>
            <a:r>
              <a:t>Phase 3: Community-driven templates where users share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What's next for StellrFlow?</a:t>
            </a:r>
          </a:p>
          <a:p>
            <a:pPr lvl="1"/>
            <a:r>
              <a:t>Q3 2026: Persistent database (PostgreSQL) and JWT authentication.</a:t>
            </a:r>
          </a:p>
          <a:p>
            <a:pPr lvl="1"/>
            <a:r>
              <a:t>Q4 2026: Mainnet Deployment and security audit.</a:t>
            </a:r>
          </a:p>
          <a:p>
            <a:pPr lvl="1"/>
            <a:r>
              <a:t>Q1 2027: Mobile App launch (React Native) for true on-the-go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